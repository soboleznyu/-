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8FA962-1661-498E-9AB8-4E3BD27D80A3}" v="575" dt="2025-12-18T18:21:17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76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81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910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85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763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698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881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97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1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51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082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022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xXeDr5y4h9o?feature=oembed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idx="4294967295"/>
          </p:nvPr>
        </p:nvSpPr>
        <p:spPr>
          <a:xfrm>
            <a:off x="1682932" y="374424"/>
            <a:ext cx="8836479" cy="1023937"/>
          </a:xfrm>
        </p:spPr>
        <p:txBody>
          <a:bodyPr>
            <a:normAutofit fontScale="90000"/>
          </a:bodyPr>
          <a:lstStyle/>
          <a:p>
            <a:r>
              <a:rPr lang="ru-RU" sz="8000" b="0" dirty="0" err="1">
                <a:solidFill>
                  <a:srgbClr val="FFC000"/>
                </a:solidFill>
                <a:latin typeface="Segoe UI"/>
                <a:ea typeface="+mj-lt"/>
                <a:cs typeface="+mj-lt"/>
              </a:rPr>
              <a:t>SoundCloud</a:t>
            </a:r>
            <a:r>
              <a:rPr lang="ru-RU" sz="8000" b="0" dirty="0">
                <a:solidFill>
                  <a:srgbClr val="FFC000"/>
                </a:solidFill>
                <a:latin typeface="Segoe UI"/>
                <a:ea typeface="+mj-lt"/>
                <a:cs typeface="+mj-lt"/>
              </a:rPr>
              <a:t> </a:t>
            </a:r>
            <a:r>
              <a:rPr lang="ru-RU" sz="8000" b="0" dirty="0" err="1">
                <a:solidFill>
                  <a:srgbClr val="FFC000"/>
                </a:solidFill>
                <a:latin typeface="Segoe UI"/>
                <a:ea typeface="+mj-lt"/>
                <a:cs typeface="Arial"/>
              </a:rPr>
              <a:t>Rappers</a:t>
            </a:r>
            <a:endParaRPr lang="ru-RU" sz="8000" dirty="0" err="1">
              <a:solidFill>
                <a:srgbClr val="FFC000"/>
              </a:solidFill>
              <a:latin typeface="Segoe UI"/>
              <a:cs typeface="Segoe UI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body" idx="4294967295"/>
          </p:nvPr>
        </p:nvSpPr>
        <p:spPr>
          <a:xfrm>
            <a:off x="0" y="1768475"/>
            <a:ext cx="4570413" cy="815975"/>
          </a:xfrm>
        </p:spPr>
        <p:txBody>
          <a:bodyPr/>
          <a:lstStyle/>
          <a:p>
            <a:br>
              <a:rPr lang="en-US" dirty="0"/>
            </a:br>
            <a:endParaRPr lang="ru-RU" sz="2100">
              <a:solidFill>
                <a:srgbClr val="E8EAED"/>
              </a:solidFill>
              <a:latin typeface="Arial"/>
              <a:cs typeface="Arial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5CCDB84-146E-7894-9B0E-50C358F89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526" y="1782403"/>
            <a:ext cx="5197565" cy="507990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0E83D3-440A-31D4-1749-2C29D35D8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1" y="359231"/>
            <a:ext cx="4401909" cy="6498769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человек, Человеческое лицо, одежда, локо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909376-C19A-29F5-BBD1-725B14B43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534886"/>
            <a:ext cx="5192485" cy="532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Мультимедиа в Интернете 8" title="Lil Peep &amp; Lil Tracy - witchblades (live in San Francisco, CA - May 3, 2017)">
            <a:hlinkClick r:id="" action="ppaction://noaction"/>
            <a:extLst>
              <a:ext uri="{FF2B5EF4-FFF2-40B4-BE49-F238E27FC236}">
                <a16:creationId xmlns:a16="http://schemas.microsoft.com/office/drawing/2014/main" id="{AA1C8948-0181-B398-22D5-B56BF6BA04F4}"/>
              </a:ext>
            </a:extLst>
          </p:cNvPr>
          <p:cNvPicPr>
            <a:picLocks noGrp="1" noRot="1" noChangeAspect="1"/>
          </p:cNvPicPr>
          <p:nvPr>
            <p:ph sz="half" idx="2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791643" y="862013"/>
            <a:ext cx="5256530" cy="5132387"/>
          </a:xfrm>
          <a:prstGeom prst="rect">
            <a:avLst/>
          </a:prstGeom>
        </p:spPr>
      </p:pic>
      <p:sp>
        <p:nvSpPr>
          <p:cNvPr id="6" name="Стрелка: влево 5">
            <a:extLst>
              <a:ext uri="{FF2B5EF4-FFF2-40B4-BE49-F238E27FC236}">
                <a16:creationId xmlns:a16="http://schemas.microsoft.com/office/drawing/2014/main" id="{B8F57E78-20D6-DCB3-8686-89CB20F265AA}"/>
              </a:ext>
            </a:extLst>
          </p:cNvPr>
          <p:cNvSpPr/>
          <p:nvPr/>
        </p:nvSpPr>
        <p:spPr>
          <a:xfrm>
            <a:off x="386443" y="650422"/>
            <a:ext cx="6286499" cy="1387928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Segoe UI"/>
                <a:cs typeface="Segoe UI"/>
              </a:rPr>
              <a:t>LIL PEEP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127227F6-36D9-33B5-A93E-27B8780C2F61}"/>
              </a:ext>
            </a:extLst>
          </p:cNvPr>
          <p:cNvSpPr/>
          <p:nvPr/>
        </p:nvSpPr>
        <p:spPr>
          <a:xfrm>
            <a:off x="372836" y="2392135"/>
            <a:ext cx="6286500" cy="346982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af-ZA" sz="2500" baseline="0" dirty="0">
                <a:solidFill>
                  <a:schemeClr val="bg1"/>
                </a:solidFill>
                <a:latin typeface="Segoe UI"/>
              </a:rPr>
              <a:t>Lil </a:t>
            </a:r>
            <a:r>
              <a:rPr lang="af-ZA" sz="2500" baseline="0" err="1">
                <a:solidFill>
                  <a:schemeClr val="bg1"/>
                </a:solidFill>
                <a:latin typeface="Segoe UI"/>
              </a:rPr>
              <a:t>Peep</a:t>
            </a:r>
            <a:r>
              <a:rPr lang="af-ZA" sz="2500" baseline="0" dirty="0">
                <a:solidFill>
                  <a:schemeClr val="bg1"/>
                </a:solidFill>
                <a:latin typeface="Segoe UI"/>
              </a:rPr>
              <a:t> </a:t>
            </a:r>
            <a:r>
              <a:rPr lang="ru-RU" sz="2500" baseline="0" dirty="0">
                <a:solidFill>
                  <a:schemeClr val="bg1"/>
                </a:solidFill>
                <a:latin typeface="Segoe UI"/>
              </a:rPr>
              <a:t>настоящее имя - Густав Элайджа Ар — американский рэпер, певец и  модель. Его называли одним из первых музыкантов пост-эмо возрождения, а его стиль исполнения хип-хопа стал известен под названием эмо-рэп.</a:t>
            </a:r>
            <a:r>
              <a:rPr lang="ru-RU" sz="2500" dirty="0">
                <a:solidFill>
                  <a:schemeClr val="bg1"/>
                </a:solidFill>
                <a:latin typeface="Segoe UI"/>
                <a:ea typeface="Segoe UI"/>
                <a:cs typeface="Segoe UI"/>
              </a:rPr>
              <a:t>​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151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трелка: вправо 4">
            <a:extLst>
              <a:ext uri="{FF2B5EF4-FFF2-40B4-BE49-F238E27FC236}">
                <a16:creationId xmlns:a16="http://schemas.microsoft.com/office/drawing/2014/main" id="{153061C8-3740-5495-B43B-4A37C5E61080}"/>
              </a:ext>
            </a:extLst>
          </p:cNvPr>
          <p:cNvSpPr/>
          <p:nvPr/>
        </p:nvSpPr>
        <p:spPr>
          <a:xfrm>
            <a:off x="5652410" y="590550"/>
            <a:ext cx="6232067" cy="1360712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b="1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Juice</a:t>
            </a:r>
            <a:r>
              <a:rPr lang="ru-RU" sz="3200" b="1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WRLD</a:t>
            </a:r>
            <a:endParaRPr lang="ru-RU" sz="3200" b="1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E89909C-598F-7FE8-601E-9A7DC0D4182A}"/>
              </a:ext>
            </a:extLst>
          </p:cNvPr>
          <p:cNvSpPr/>
          <p:nvPr/>
        </p:nvSpPr>
        <p:spPr>
          <a:xfrm>
            <a:off x="5657850" y="2748642"/>
            <a:ext cx="6245678" cy="351336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f-ZA" sz="2400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Juice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WRLD </a:t>
            </a:r>
            <a:r>
              <a:rPr lang="ru-RU" sz="24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настоящее имя - Джаред Энтони Хиггинс американский рэпер, певец и автор песен. Стал популярен после выпуска синглов:                           «</a:t>
            </a:r>
            <a:r>
              <a:rPr lang="af-ZA" sz="2400" u="none" strike="noStrike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All</a:t>
            </a:r>
            <a:r>
              <a:rPr lang="af-ZA" sz="2400" u="none" strike="noStrike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</a:t>
            </a:r>
            <a:r>
              <a:rPr lang="af-ZA" sz="2400" u="none" strike="noStrike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Girls</a:t>
            </a:r>
            <a:r>
              <a:rPr lang="af-ZA" sz="2400" u="none" strike="noStrike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Are </a:t>
            </a:r>
            <a:r>
              <a:rPr lang="af-ZA" sz="2400" u="none" strike="noStrike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the</a:t>
            </a:r>
            <a:r>
              <a:rPr lang="af-ZA" sz="2400" u="none" strike="noStrike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Same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», «</a:t>
            </a:r>
            <a:r>
              <a:rPr lang="af-ZA" sz="2400" u="none" strike="noStrike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Lucid</a:t>
            </a:r>
            <a:r>
              <a:rPr lang="af-ZA" sz="2400" u="none" strike="noStrike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</a:t>
            </a:r>
            <a:r>
              <a:rPr lang="af-ZA" sz="2400" u="none" strike="noStrike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Dreams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». </a:t>
            </a:r>
            <a:endParaRPr lang="af-ZA" sz="2400">
              <a:solidFill>
                <a:schemeClr val="bg1"/>
              </a:solidFill>
              <a:latin typeface="Segoe UI"/>
              <a:ea typeface="+mn-lt"/>
              <a:cs typeface="Arial"/>
            </a:endParaRPr>
          </a:p>
          <a:p>
            <a:pPr algn="ctr"/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Juice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WRLD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являлся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частью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второй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волны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 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SoundCloud-рэпа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и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за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свою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карьеру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стал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одной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из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ведущих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фигур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в 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жанрах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 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эмо-рэпа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 и </a:t>
            </a:r>
            <a:r>
              <a:rPr lang="af-ZA" sz="240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клауд-рэпа</a:t>
            </a:r>
            <a:r>
              <a:rPr lang="af-ZA" sz="24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.</a:t>
            </a:r>
            <a:endParaRPr lang="af-ZA" sz="2400">
              <a:solidFill>
                <a:schemeClr val="bg1"/>
              </a:solidFill>
              <a:latin typeface="Segoe U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660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D252049-A3B2-2B8E-2ED3-0A56950BEB6D}"/>
              </a:ext>
            </a:extLst>
          </p:cNvPr>
          <p:cNvSpPr/>
          <p:nvPr/>
        </p:nvSpPr>
        <p:spPr>
          <a:xfrm>
            <a:off x="356507" y="2813957"/>
            <a:ext cx="6245678" cy="3513365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af-ZA" sz="1900" dirty="0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XXXTentacion</a:t>
            </a:r>
            <a:r>
              <a:rPr lang="af-ZA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настоящее имя - </a:t>
            </a:r>
            <a:r>
              <a:rPr lang="ru-RU" sz="1900" dirty="0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Джа́сей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</a:t>
            </a:r>
            <a:r>
              <a:rPr lang="ru-RU" sz="1900" dirty="0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Дуэ́йн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</a:t>
            </a:r>
            <a:r>
              <a:rPr lang="ru-RU" sz="1900" dirty="0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Рика́рдо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 </a:t>
            </a:r>
            <a:r>
              <a:rPr lang="ru-RU" sz="1900" dirty="0" err="1">
                <a:solidFill>
                  <a:schemeClr val="bg1"/>
                </a:solidFill>
                <a:latin typeface="Segoe UI"/>
                <a:ea typeface="Arial"/>
                <a:cs typeface="Arial"/>
              </a:rPr>
              <a:t>Онфро́й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 американский </a:t>
            </a:r>
            <a:r>
              <a:rPr lang="ru-RU" sz="1900" u="none" strike="noStrike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рэпер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, автор песен и </a:t>
            </a:r>
            <a:r>
              <a:rPr lang="ru-RU" sz="1900" u="none" strike="noStrike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музыкант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Arial"/>
                <a:cs typeface="Arial"/>
              </a:rPr>
              <a:t>.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 Он получил широкую известность после выпуска сингла «Look </a:t>
            </a:r>
            <a:r>
              <a:rPr lang="ru-RU" sz="1900" dirty="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at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Me». Его дебютный альбом </a:t>
            </a:r>
            <a:r>
              <a:rPr lang="ru-RU" sz="1900" i="1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17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 дебютировал на второй позиции в престижном американском чарте </a:t>
            </a:r>
            <a:r>
              <a:rPr lang="ru-RU" sz="1900" dirty="0" err="1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Billboard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 200, а его второй студийный альбом </a:t>
            </a:r>
            <a:r>
              <a:rPr lang="ru-RU" sz="1900" i="1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?</a:t>
            </a:r>
            <a:r>
              <a:rPr lang="ru-RU" sz="1900" dirty="0">
                <a:solidFill>
                  <a:schemeClr val="bg1"/>
                </a:solidFill>
                <a:latin typeface="Segoe UI"/>
                <a:ea typeface="+mn-lt"/>
                <a:cs typeface="+mn-lt"/>
              </a:rPr>
              <a:t> (2018) дебютировал на первой позиции этого чарта. Оба альбома стали платиновыми Американской ассоциацией звукозаписывающих компаний.</a:t>
            </a:r>
            <a:endParaRPr lang="ru-RU">
              <a:solidFill>
                <a:schemeClr val="bg1"/>
              </a:solidFill>
              <a:latin typeface="Segoe UI"/>
              <a:cs typeface="Segoe UI"/>
            </a:endParaRPr>
          </a:p>
        </p:txBody>
      </p:sp>
      <p:sp>
        <p:nvSpPr>
          <p:cNvPr id="7" name="Стрелка: влево 6">
            <a:extLst>
              <a:ext uri="{FF2B5EF4-FFF2-40B4-BE49-F238E27FC236}">
                <a16:creationId xmlns:a16="http://schemas.microsoft.com/office/drawing/2014/main" id="{28C98D3F-05F4-9662-AA93-4C1CD2E7E31E}"/>
              </a:ext>
            </a:extLst>
          </p:cNvPr>
          <p:cNvSpPr/>
          <p:nvPr/>
        </p:nvSpPr>
        <p:spPr>
          <a:xfrm>
            <a:off x="386443" y="650422"/>
            <a:ext cx="6286499" cy="1387928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ru-RU" sz="3200" dirty="0">
              <a:solidFill>
                <a:srgbClr val="101418"/>
              </a:solidFill>
              <a:latin typeface="Segoe UI"/>
              <a:cs typeface="Segoe UI"/>
            </a:endParaRPr>
          </a:p>
          <a:p>
            <a:pPr algn="ctr"/>
            <a:r>
              <a:rPr lang="ru-RU" sz="3200" b="1" dirty="0" err="1">
                <a:solidFill>
                  <a:srgbClr val="101418"/>
                </a:solidFill>
                <a:latin typeface="Segoe UI"/>
                <a:cs typeface="Segoe UI"/>
              </a:rPr>
              <a:t>XXXTentacion</a:t>
            </a:r>
            <a:endParaRPr lang="ru-RU" sz="3200" b="1" dirty="0" err="1">
              <a:latin typeface="Segoe UI"/>
              <a:cs typeface="Segoe UI"/>
            </a:endParaRPr>
          </a:p>
          <a:p>
            <a:pPr algn="ctr"/>
            <a:endParaRPr lang="ru-RU" sz="3200" b="1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  <p:pic>
        <p:nvPicPr>
          <p:cNvPr id="8" name="video5371021491737486352">
            <a:hlinkClick r:id="" action="ppaction://media"/>
            <a:extLst>
              <a:ext uri="{FF2B5EF4-FFF2-40B4-BE49-F238E27FC236}">
                <a16:creationId xmlns:a16="http://schemas.microsoft.com/office/drawing/2014/main" id="{628D26DC-F7B5-BD14-C100-457DB6B6639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320483" y="860686"/>
            <a:ext cx="4519872" cy="523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257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B907B6B-B97D-DB10-86B1-4817B1D59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C32E9-26CB-45A7-AAFE-2740F47CBCF9}" type="datetime1">
              <a:t>18.12.2025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9FD2E53-87F2-9457-82A1-6AC6DDACE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15F9991-919F-5CC1-49FA-91128DF7E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224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DylanVTI</vt:lpstr>
      <vt:lpstr>SoundCloud Rappers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301</cp:revision>
  <dcterms:created xsi:type="dcterms:W3CDTF">2025-12-18T16:28:57Z</dcterms:created>
  <dcterms:modified xsi:type="dcterms:W3CDTF">2025-12-18T18:30:38Z</dcterms:modified>
</cp:coreProperties>
</file>